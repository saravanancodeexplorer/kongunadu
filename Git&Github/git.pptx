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  <p:sldId id="258" r:id="rId3"/>
    <p:sldId id="263" r:id="rId4"/>
    <p:sldId id="260" r:id="rId5"/>
    <p:sldId id="264" r:id="rId6"/>
    <p:sldId id="265" r:id="rId7"/>
    <p:sldId id="266" r:id="rId8"/>
    <p:sldId id="267" r:id="rId9"/>
    <p:sldId id="272" r:id="rId10"/>
    <p:sldId id="268" r:id="rId11"/>
    <p:sldId id="269" r:id="rId12"/>
    <p:sldId id="270" r:id="rId13"/>
    <p:sldId id="271" r:id="rId14"/>
    <p:sldId id="26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2F4114-1897-49F0-A02B-A0C752252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7A07848-F66C-472A-808C-B217E051E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096A948-B010-4B87-9DE6-3E95096D5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C4470C5-C337-4987-B696-FA5F81234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B13A80-6847-424D-91BA-A6FEC849D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471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03CCDB-30C5-46E0-896B-F8CCD1188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FE9FF94-FD23-45A7-A0E9-DA7AB816D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C04FD0-A582-40B5-B181-34154540B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0665466-8FBA-42BF-9B2F-637D3CFBD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963B598-C8F2-428C-A08C-290C7C9B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62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43889A-C6E5-4EFC-B07B-31DD37DCB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1A4F852-A03A-4AA1-9F76-1D9F37CF4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14A01A6-C07A-4277-8A03-CBEE4BC1A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A6B4A63-B483-4F04-BCFC-67301F619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48A3A2A-A374-4C9E-92E6-57EA459FE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49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071123-F3AC-44AE-8421-5C058BD53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723B57E-7F55-4F61-9AE6-9B6DAACDD9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000EE60-1BDF-4E89-A027-CF05A95DC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0AC0BEC-06DF-459B-AE51-F22FC5A50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5B42FD9-9D25-4898-AC8E-620765BA4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36FECEE-CC6D-427E-82A4-2AE81543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4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788A22-96F5-4FC7-8DC2-7CA035DF5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14DE4FD-3ACC-4D38-8540-A0C274877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7A85A1C-90C3-4DD7-B8BE-E77397774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6E25B31-D572-4B4D-B3D2-E75DC2837C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234F8E8-EFAE-46CA-AE65-1CB222E662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0AFC4E6-A1F2-4F60-9BD0-36F2F9BC4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254CA34-8AE7-4F7F-B887-E2317DA5D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21541481-6750-4941-AB9E-DC1F03DC3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7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DA3D60-F227-4A6A-A6A2-D87A8490C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E1B911B-59E1-492C-A6FD-476517273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FA27EED-3AEF-4BAA-BC91-1ECF895F6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A60701C-EB55-4023-BC26-9DAAE032F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890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98BF9DC-51DF-4F8C-8EE3-83783B37F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512134F-AD3A-442E-82FE-450B4DE5F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E0C1D71-28EA-4BF6-B687-FDC148E04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49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B14B0D-D650-4A5C-904F-B485EEF76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0A26846-9FEA-481E-A946-52ACB59B0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3FAD25E-216E-49F8-B047-999641BA5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7D94D81-1A0D-4D79-AD06-09D86D218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1DC9503-5604-4F6E-801C-458486747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3BA1EB1-C58E-40BE-8258-8B0C358B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61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E75BD9-C266-4D86-80E3-66BB22B21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57476EF2-F2D0-46D6-AEBE-BD870BB58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DA4CCDC-91F5-4018-BADD-39701A9A8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72303D7-6528-455D-BFB4-C694D0628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17D5098-33C9-4D38-AAFE-AABA09B44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64C54F2-2912-430F-9CD5-97431D107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83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9D22C3-E498-410F-8BB7-ABE2B20C6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18E189F-BBF5-476D-A2B9-A0D719167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061B26F-DE74-43C2-9699-39FF01855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D6E4232-57C8-4AA3-9EBF-3356F852E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F1B747D-27EC-47F4-A0E9-B77FB8A72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390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6CB253D-212E-409A-9F3E-17FC71D562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1D29427-16E2-49D5-85EC-5682DC58B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51CD18D-9D5B-4134-8768-B46C54B78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EB79D5A-3827-48F8-B9E0-BC24C156F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719AD7E-ACF9-41EC-B552-4A559C6C3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82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B5FAA34-2D51-43FF-8AF0-B5846496F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F0988A0-9631-41E0-B717-CCB6148E5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677E450-46E0-4C7B-A32C-DCB861445F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FE14E45-949B-444A-9359-F961E9B6D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42EF423-3668-4474-A0CE-11923C1BAF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375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GIT AND GITHUB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081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marL="457200" indent="-457200" algn="l">
              <a:buFont typeface="Arial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GLOBAL INFORMATION TRACKER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Version control tool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Technology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Piece of software</a:t>
            </a:r>
            <a:endParaRPr lang="en-IN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382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a tool, version control system, lots of developers can use.</a:t>
            </a:r>
          </a:p>
          <a:p>
            <a:r>
              <a:rPr lang="en-US" dirty="0"/>
              <a:t>Its maintain code version</a:t>
            </a:r>
          </a:p>
          <a:p>
            <a:r>
              <a:rPr lang="en-US" dirty="0"/>
              <a:t>Centralized version control system</a:t>
            </a:r>
          </a:p>
          <a:p>
            <a:r>
              <a:rPr lang="en-US" dirty="0"/>
              <a:t>Helps you keep track of code changes</a:t>
            </a:r>
          </a:p>
          <a:p>
            <a:r>
              <a:rPr lang="en-US" dirty="0"/>
              <a:t>Used to collaborate on code.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9668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Store code in repository</a:t>
            </a:r>
          </a:p>
          <a:p>
            <a:r>
              <a:rPr lang="en-US" dirty="0"/>
              <a:t>Two types of repository</a:t>
            </a:r>
          </a:p>
          <a:p>
            <a:r>
              <a:rPr lang="en-US" dirty="0"/>
              <a:t>Web based </a:t>
            </a:r>
            <a:r>
              <a:rPr lang="en-US" dirty="0" err="1"/>
              <a:t>git</a:t>
            </a:r>
            <a:r>
              <a:rPr lang="en-US" dirty="0"/>
              <a:t> repository hosting service.</a:t>
            </a:r>
          </a:p>
          <a:p>
            <a:r>
              <a:rPr lang="en-US" dirty="0"/>
              <a:t>Data stored in Data base</a:t>
            </a:r>
          </a:p>
          <a:p>
            <a:r>
              <a:rPr lang="en-US" dirty="0"/>
              <a:t>File stored in folder</a:t>
            </a:r>
          </a:p>
          <a:p>
            <a:r>
              <a:rPr lang="en-US" dirty="0"/>
              <a:t>Code saved in Repository</a:t>
            </a:r>
          </a:p>
          <a:p>
            <a:pPr marL="0" indent="0">
              <a:buNone/>
            </a:pPr>
            <a:r>
              <a:rPr lang="en-US" dirty="0"/>
              <a:t>1.Local Repository</a:t>
            </a:r>
          </a:p>
          <a:p>
            <a:pPr marL="0" indent="0">
              <a:buNone/>
            </a:pPr>
            <a:r>
              <a:rPr lang="en-US" dirty="0"/>
              <a:t>   Whatever I store inside my laptop is considered a local repository.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7972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2.CLOUD/GLOBAL REPOSITORY</a:t>
            </a:r>
            <a:r>
              <a:rPr lang="en-IN" sz="1400" dirty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400" dirty="0"/>
              <a:t>        </a:t>
            </a:r>
            <a:r>
              <a:rPr lang="en-IN" sz="1800" dirty="0"/>
              <a:t>Whatever I stored in cloud or global repository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Download GIT software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Sign up GIT HUB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After GIT installation completed check in command prompt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       -&gt;  git </a:t>
            </a:r>
            <a:r>
              <a:rPr lang="en-IN" sz="1800" dirty="0" err="1"/>
              <a:t>init</a:t>
            </a: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Git Configuration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         -&gt;</a:t>
            </a:r>
            <a:r>
              <a:rPr lang="en-IN" sz="1800" dirty="0"/>
              <a:t>git </a:t>
            </a:r>
            <a:r>
              <a:rPr lang="en-IN" sz="1800" dirty="0" err="1"/>
              <a:t>config</a:t>
            </a:r>
            <a:r>
              <a:rPr lang="en-IN" sz="1800" dirty="0"/>
              <a:t> –global user.name </a:t>
            </a:r>
            <a:r>
              <a:rPr lang="en-IN" sz="1800" b="1" dirty="0"/>
              <a:t>“   “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        -&gt; git </a:t>
            </a:r>
            <a:r>
              <a:rPr lang="en-IN" sz="1800" dirty="0" err="1"/>
              <a:t>config</a:t>
            </a:r>
            <a:r>
              <a:rPr lang="en-IN" sz="1800" dirty="0"/>
              <a:t> –global </a:t>
            </a:r>
            <a:r>
              <a:rPr lang="en-IN" sz="1800" dirty="0" err="1"/>
              <a:t>user.email</a:t>
            </a:r>
            <a:r>
              <a:rPr lang="en-IN" sz="1800" dirty="0"/>
              <a:t> “  “</a:t>
            </a:r>
          </a:p>
        </p:txBody>
      </p:sp>
    </p:spTree>
    <p:extLst>
      <p:ext uri="{BB962C8B-B14F-4D97-AF65-F5344CB8AC3E}">
        <p14:creationId xmlns:p14="http://schemas.microsoft.com/office/powerpoint/2010/main" val="1638629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382000" cy="4983163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Movement of Local Repository to Global Repository using GIT CMD: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Create folder in Local computer.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Create Repository in GITHUB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GIT CMD</a:t>
            </a:r>
            <a:r>
              <a:rPr lang="en-IN" sz="1800" dirty="0"/>
              <a:t> – Open</a:t>
            </a:r>
            <a:endParaRPr lang="en-IN" sz="18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 -&gt;cd .. (change directory)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</a:t>
            </a:r>
            <a:r>
              <a:rPr lang="en-IN" sz="1800" dirty="0" err="1"/>
              <a:t>init</a:t>
            </a: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</a:t>
            </a:r>
            <a:r>
              <a:rPr lang="en-IN" sz="1800" dirty="0" err="1"/>
              <a:t>config</a:t>
            </a:r>
            <a:r>
              <a:rPr lang="en-IN" sz="1800" dirty="0"/>
              <a:t> –global  user.name ”  “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</a:t>
            </a:r>
            <a:r>
              <a:rPr lang="en-IN" sz="1800" dirty="0" err="1"/>
              <a:t>config</a:t>
            </a:r>
            <a:r>
              <a:rPr lang="en-IN" sz="1800" dirty="0"/>
              <a:t> –global </a:t>
            </a:r>
            <a:r>
              <a:rPr lang="en-IN" sz="1800" dirty="0" err="1"/>
              <a:t>user.email</a:t>
            </a:r>
            <a:r>
              <a:rPr lang="en-IN" sz="1800" dirty="0"/>
              <a:t> ”  “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add . (to add all data to </a:t>
            </a:r>
            <a:r>
              <a:rPr lang="en-IN" sz="1800" dirty="0" err="1"/>
              <a:t>github</a:t>
            </a:r>
            <a:r>
              <a:rPr lang="en-IN" sz="18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status (to check status)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commit –m “feat : (folder name)”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remote add origin (link) copy paste from </a:t>
            </a:r>
            <a:r>
              <a:rPr lang="en-IN" sz="1800" dirty="0" err="1"/>
              <a:t>github</a:t>
            </a: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push –u origin main (/master)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branch (to check branch)</a:t>
            </a:r>
          </a:p>
        </p:txBody>
      </p:sp>
    </p:spTree>
    <p:extLst>
      <p:ext uri="{BB962C8B-B14F-4D97-AF65-F5344CB8AC3E}">
        <p14:creationId xmlns:p14="http://schemas.microsoft.com/office/powerpoint/2010/main" val="1029200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CLONE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382000" cy="49831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Movement of Global Repository to Local Repository: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Create Repository in GITHUB: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   </a:t>
            </a:r>
            <a:r>
              <a:rPr lang="en-IN" sz="1800" dirty="0"/>
              <a:t>save file in Repository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   </a:t>
            </a:r>
            <a:r>
              <a:rPr lang="en-IN" sz="1800" dirty="0"/>
              <a:t>Quick setup – code – (https:..) link copy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Local computer: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  create folder - d:Repo - open- </a:t>
            </a:r>
            <a:r>
              <a:rPr lang="en-IN" sz="1800" dirty="0" err="1"/>
              <a:t>cmd</a:t>
            </a:r>
            <a:r>
              <a:rPr lang="en-IN" sz="1800" dirty="0"/>
              <a:t> - open in terminal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  -&gt;git </a:t>
            </a:r>
            <a:r>
              <a:rPr lang="en-IN" sz="1800" dirty="0" err="1"/>
              <a:t>init</a:t>
            </a: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 -&gt;git clone “https: …” (copy from GITHUB &amp; paste here)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 Refresh in folder: Clone Repository created in Local computer</a:t>
            </a:r>
          </a:p>
        </p:txBody>
      </p:sp>
    </p:spTree>
    <p:extLst>
      <p:ext uri="{BB962C8B-B14F-4D97-AF65-F5344CB8AC3E}">
        <p14:creationId xmlns:p14="http://schemas.microsoft.com/office/powerpoint/2010/main" val="2472007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VISUAL STUDIO TO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382000" cy="4983163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Movement of Local Repository to Global Repository using visual studio: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 Create Repository in GITHUB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 </a:t>
            </a:r>
            <a:r>
              <a:rPr lang="en-IN" sz="1800" b="1" dirty="0"/>
              <a:t>Local computer: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  create folder - d:Repo - open- </a:t>
            </a:r>
            <a:r>
              <a:rPr lang="en-IN" sz="1800" dirty="0" err="1"/>
              <a:t>cmd</a:t>
            </a:r>
            <a:r>
              <a:rPr lang="en-IN" sz="1800" dirty="0"/>
              <a:t> - open in terminal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  -&gt;git </a:t>
            </a:r>
            <a:r>
              <a:rPr lang="en-IN" sz="1800" dirty="0" err="1"/>
              <a:t>init</a:t>
            </a: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 -&gt;code . (visual studio open)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 Create text file in visual studio (sample.txt)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   -&gt;write code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Open terminal in visual studio: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Changes in visual studio reflect in GITHUB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   -&gt;git add ./sample.txt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   -&gt;git commit –m “feat txt file added”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    -&gt;git remote add origin (link) copy paste from </a:t>
            </a:r>
            <a:r>
              <a:rPr lang="en-IN" sz="1800" b="1" dirty="0" err="1"/>
              <a:t>github</a:t>
            </a:r>
            <a:endParaRPr lang="en-IN" sz="18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   -&gt;git push –u origin main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  Refresh in GITHUB –sample file added in GITHUB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800" b="1" dirty="0"/>
          </a:p>
          <a:p>
            <a:pPr marL="0" indent="0">
              <a:lnSpc>
                <a:spcPct val="150000"/>
              </a:lnSpc>
              <a:buNone/>
            </a:pP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1184281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STAGING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382000" cy="49831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UNSTAGED –Before git add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STAGED-after git add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READY TO PUSH- after git commit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REMOTE REPO- after git push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8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Communication: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Add-&gt; add is like envelope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Commit-&gt; commit is like envelope address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Push-&gt;push is like post a letter</a:t>
            </a:r>
          </a:p>
        </p:txBody>
      </p:sp>
    </p:spTree>
    <p:extLst>
      <p:ext uri="{BB962C8B-B14F-4D97-AF65-F5344CB8AC3E}">
        <p14:creationId xmlns:p14="http://schemas.microsoft.com/office/powerpoint/2010/main" val="152171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GIT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382000" cy="4983163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.git folder make connection and communication between Local Repository and Global Repository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GIT commands</a:t>
            </a:r>
            <a:r>
              <a:rPr lang="en-IN" sz="1800" dirty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add filename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add . (here . Denote all)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add ./sample.txt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commit –m “feat text file added”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push –u main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status  (to check status)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branch (to check branch)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2018554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GIT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382000" cy="4983163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 </a:t>
            </a:r>
            <a:r>
              <a:rPr lang="en-IN" sz="1800" b="1" dirty="0"/>
              <a:t>GIT commands</a:t>
            </a:r>
            <a:r>
              <a:rPr lang="en-IN" sz="1800" dirty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pull (commit changes from global to local- to update &amp; receive message)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stash (moving to recycle bin)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stash pop (retrieve data from recycle bin)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-&gt;fix : message (to update message)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-&gt;feat : message (to update message feature)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 refactor : message (to change variable name)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-&gt;docs : message (writing documentation to code)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-&gt;!fix : Breakage message (if changes made by you affect other working in same code)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add style.css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diff (shows modification made in code-M(modify))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1995784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GIT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382000" cy="49831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How to create new frontend branch</a:t>
            </a:r>
            <a:r>
              <a:rPr lang="en-IN" sz="1800" dirty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checkout –b “frontend”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branch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Change branch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checkout main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If &lt;h1&gt; tag added in html code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add 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commit –m “feat : added some frontend code”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push origin frontend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We can check frontend branch created in </a:t>
            </a:r>
            <a:r>
              <a:rPr lang="en-IN" sz="1800" dirty="0" err="1"/>
              <a:t>github</a:t>
            </a:r>
            <a:r>
              <a:rPr lang="en-IN" sz="18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465467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GIT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382000" cy="4983163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How to create new backend branch</a:t>
            </a:r>
            <a:r>
              <a:rPr lang="en-IN" sz="1800" dirty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checkout –b “backend”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Create java code-sample.java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add ./sample.java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commit –m “feat : added a backend file”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-&gt;git push origin backend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We can check backend branch created in </a:t>
            </a:r>
            <a:r>
              <a:rPr lang="en-IN" sz="1800" dirty="0" err="1"/>
              <a:t>github</a:t>
            </a:r>
            <a:r>
              <a:rPr lang="en-IN" sz="18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>
                <a:sym typeface="Wingdings" panose="05000000000000000000" pitchFamily="2" charset="2"/>
              </a:rPr>
              <a:t>pull request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>
                <a:sym typeface="Wingdings" panose="05000000000000000000" pitchFamily="2" charset="2"/>
              </a:rPr>
              <a:t>  it reflect all changes in main branch to newly created branch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sym typeface="Wingdings" panose="05000000000000000000" pitchFamily="2" charset="2"/>
              </a:rPr>
              <a:t>If error occur as remote origin already exists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>
                <a:sym typeface="Wingdings" panose="05000000000000000000" pitchFamily="2" charset="2"/>
              </a:rPr>
              <a:t>git remote remove origin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git remote add origin (link) copy paste from </a:t>
            </a:r>
            <a:r>
              <a:rPr lang="en-IN" sz="1800" dirty="0" err="1"/>
              <a:t>github</a:t>
            </a: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git push –u origin main (/master)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407245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DIFFERENCE BETWEEN GIT AND GTHUB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</a:t>
            </a:r>
          </a:p>
          <a:p>
            <a:r>
              <a:rPr lang="en-US" dirty="0" err="1"/>
              <a:t>Git</a:t>
            </a:r>
            <a:r>
              <a:rPr lang="en-US" dirty="0"/>
              <a:t> is installed locally on the system.</a:t>
            </a:r>
          </a:p>
          <a:p>
            <a:r>
              <a:rPr lang="en-US" dirty="0" err="1"/>
              <a:t>Git</a:t>
            </a:r>
            <a:r>
              <a:rPr lang="en-US" dirty="0"/>
              <a:t> has no user management feature</a:t>
            </a:r>
          </a:p>
          <a:p>
            <a:r>
              <a:rPr lang="en-US" dirty="0"/>
              <a:t>Open source</a:t>
            </a:r>
          </a:p>
          <a:p>
            <a:r>
              <a:rPr lang="en-US" dirty="0"/>
              <a:t>Minimal external tool configuration.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GITHUB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/>
              <a:t>SERVICE</a:t>
            </a:r>
          </a:p>
          <a:p>
            <a:r>
              <a:rPr lang="en-US" dirty="0"/>
              <a:t>Hosting service for </a:t>
            </a:r>
            <a:r>
              <a:rPr lang="en-US" dirty="0" err="1"/>
              <a:t>git</a:t>
            </a:r>
            <a:r>
              <a:rPr lang="en-US" dirty="0"/>
              <a:t> repository</a:t>
            </a:r>
          </a:p>
          <a:p>
            <a:r>
              <a:rPr lang="en-US" dirty="0"/>
              <a:t>Microsoft</a:t>
            </a:r>
          </a:p>
          <a:p>
            <a:r>
              <a:rPr lang="en-US" dirty="0" err="1"/>
              <a:t>Github</a:t>
            </a:r>
            <a:r>
              <a:rPr lang="en-US" dirty="0"/>
              <a:t> is hosted on the web</a:t>
            </a:r>
          </a:p>
          <a:p>
            <a:r>
              <a:rPr lang="en-US" dirty="0" err="1"/>
              <a:t>Github</a:t>
            </a:r>
            <a:r>
              <a:rPr lang="en-US" dirty="0"/>
              <a:t> has a build in user management features</a:t>
            </a:r>
          </a:p>
          <a:p>
            <a:r>
              <a:rPr lang="en-US" dirty="0"/>
              <a:t>Free tier and pay for use tier</a:t>
            </a:r>
          </a:p>
          <a:p>
            <a:r>
              <a:rPr lang="en-US" dirty="0" err="1"/>
              <a:t>Github</a:t>
            </a:r>
            <a:r>
              <a:rPr lang="en-US" dirty="0"/>
              <a:t> has an active market place for tool integration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1964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2721</TotalTime>
  <Words>919</Words>
  <Application>Microsoft Office PowerPoint</Application>
  <PresentationFormat>On-screen Show (4:3)</PresentationFormat>
  <Paragraphs>159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GIT AND GITHUB</vt:lpstr>
      <vt:lpstr>GIT</vt:lpstr>
      <vt:lpstr>GIT</vt:lpstr>
      <vt:lpstr>GITHUB</vt:lpstr>
      <vt:lpstr>GITHUB</vt:lpstr>
      <vt:lpstr>GITHUB</vt:lpstr>
      <vt:lpstr>CLONE</vt:lpstr>
      <vt:lpstr>VISUAL STUDIO TO GITHUB</vt:lpstr>
      <vt:lpstr>STAGING</vt:lpstr>
      <vt:lpstr>GIT Commands</vt:lpstr>
      <vt:lpstr>GIT Commands</vt:lpstr>
      <vt:lpstr>GIT Commands</vt:lpstr>
      <vt:lpstr>GIT Commands</vt:lpstr>
      <vt:lpstr>DIFFERENCE BETWEEN GIT AND GTHUB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DIFFERENCE BETWEEN GIT AND GTHUB</dc:title>
  <dc:creator>hp</dc:creator>
  <cp:lastModifiedBy>admin</cp:lastModifiedBy>
  <cp:revision>94</cp:revision>
  <dcterms:created xsi:type="dcterms:W3CDTF">2006-08-16T00:00:00Z</dcterms:created>
  <dcterms:modified xsi:type="dcterms:W3CDTF">2025-07-04T04:29:11Z</dcterms:modified>
</cp:coreProperties>
</file>