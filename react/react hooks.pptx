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 snapToGrid="0">
      <p:cViewPr varScale="1">
        <p:scale>
          <a:sx n="72" d="100"/>
          <a:sy n="72" d="100"/>
        </p:scale>
        <p:origin x="65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C59F7-546D-4F82-AE8E-A2A425D3CA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496ADB-F650-4CF2-9823-97554F4820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ADC819-09DC-49FC-B7FD-7304F5BA2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CF2B-715B-4579-9A94-38A4B130CE48}" type="datetimeFigureOut">
              <a:rPr lang="en-IN" smtClean="0"/>
              <a:t>20-03-2025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170DFA-50A1-4046-BE8B-E077A1B80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AAB91E-1AB8-42FA-8646-D91683F41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EC5C4-7B3C-467D-86B6-B04D630061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15058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6BC32-09A8-4F1A-9D74-BA5C55D51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A34D66-FBCF-49C5-A103-DEADF60D77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EFB4B9-3EC8-49AD-B101-E2B021BB0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CF2B-715B-4579-9A94-38A4B130CE48}" type="datetimeFigureOut">
              <a:rPr lang="en-IN" smtClean="0"/>
              <a:t>20-03-2025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ECDE86-C3DF-4075-913D-22DA1D755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3E2BF-C8F1-496C-BCEE-9D14DE222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EC5C4-7B3C-467D-86B6-B04D630061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6581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5E16D-6707-462C-9F9C-FEA07A9B4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478DA7-B434-4AAF-9A4A-A5C2696A62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A56528-CCB9-4B82-95AE-5B9D795DE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CF2B-715B-4579-9A94-38A4B130CE48}" type="datetimeFigureOut">
              <a:rPr lang="en-IN" smtClean="0"/>
              <a:t>20-03-2025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6A1A25-7E81-4939-B6D4-E80C6C0AF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567E02-54A7-4E17-950C-12C55C15D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EC5C4-7B3C-467D-86B6-B04D630061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9279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51757-4667-4212-865A-2813D4305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512C5-65C4-4C03-81EC-6716808979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211446-E79E-42F5-A544-AF36877834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8F106C-4087-4655-A0F9-FC1C38109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CF2B-715B-4579-9A94-38A4B130CE48}" type="datetimeFigureOut">
              <a:rPr lang="en-IN" smtClean="0"/>
              <a:t>20-03-2025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AB2CB6-BED2-4FBA-AEE2-48D36B964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75C40D-8FA4-46B6-91BE-279819140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EC5C4-7B3C-467D-86B6-B04D630061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4514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7F31E-1278-4FCC-BC7C-B6C350338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04B4C-FB91-4B65-96D8-43C937765F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12C20C-E3DB-402A-9F57-3195EC8746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86D75B-7E68-42A1-81A1-98CA3FE9C6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CF0916-3DA5-4835-90E3-C86451911F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C13FB1-C8FF-4411-9D68-33138533D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CF2B-715B-4579-9A94-38A4B130CE48}" type="datetimeFigureOut">
              <a:rPr lang="en-IN" smtClean="0"/>
              <a:t>20-03-2025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51A955-2534-4888-A8FC-93F5F2626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A88C2C-B3E0-43E2-B070-E4E37EFBE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EC5C4-7B3C-467D-86B6-B04D630061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10527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2CCEC-96EB-4683-9048-ECBC2126C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90EB76-0818-4898-8DB9-5842551C5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CF2B-715B-4579-9A94-38A4B130CE48}" type="datetimeFigureOut">
              <a:rPr lang="en-IN" smtClean="0"/>
              <a:t>20-03-2025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32B3A1-3898-4B3F-B741-18F2C86A0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375643-CCD5-4CAF-872A-FFE8664D3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EC5C4-7B3C-467D-86B6-B04D630061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5469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4BC0EA-5D54-4C1E-9310-8C92D3013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CF2B-715B-4579-9A94-38A4B130CE48}" type="datetimeFigureOut">
              <a:rPr lang="en-IN" smtClean="0"/>
              <a:t>20-03-2025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144731-C783-4FDB-9581-118B10195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9CEAEA-1A6D-4F6A-96E6-46EA67254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EC5C4-7B3C-467D-86B6-B04D630061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452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3AC29-F430-4654-8375-72EFE297E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4B132-483C-423B-825C-208C3FB04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10FB44-949D-4DD7-AF19-AB60E62A73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4804AE-1FA4-4D2E-8CFA-3C79BF478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CF2B-715B-4579-9A94-38A4B130CE48}" type="datetimeFigureOut">
              <a:rPr lang="en-IN" smtClean="0"/>
              <a:t>20-03-2025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D7A4B1-01C6-40DF-B8EA-7D87E4D5A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3FA21B-36FB-485C-ACE8-A33308FA6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EC5C4-7B3C-467D-86B6-B04D630061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6325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874F0-684B-4A2E-A6E1-5D5BF2C20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23E9D4-953D-48FB-8B94-8D9D9A7926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925E24-BA87-4EAA-AA88-0D5CD717A3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37B8F4-0E22-481B-B274-EAA36A8A7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CF2B-715B-4579-9A94-38A4B130CE48}" type="datetimeFigureOut">
              <a:rPr lang="en-IN" smtClean="0"/>
              <a:t>20-03-2025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49C749-0FAD-41D0-981B-0B2D83A6E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049D2A-BD09-4FE2-8181-1E6B1ED9D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EC5C4-7B3C-467D-86B6-B04D630061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4997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0ADA8-0412-4090-8142-47749E806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F624AE-6756-4B85-8639-BB823A1F97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911B69-4384-42F5-91C5-F67C88ED2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CF2B-715B-4579-9A94-38A4B130CE48}" type="datetimeFigureOut">
              <a:rPr lang="en-IN" smtClean="0"/>
              <a:t>20-03-2025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4F1112-C5AF-4F51-88DE-0D9F38CED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C2AEE1-2FC7-495E-B14B-59F2DBBB1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EC5C4-7B3C-467D-86B6-B04D630061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0248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FF4252-4B99-4E51-94D3-CBCAE28548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3D20CB-47EF-49A3-810F-469646DDE4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52353A-A39C-4E49-85B9-DBFD45528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CF2B-715B-4579-9A94-38A4B130CE48}" type="datetimeFigureOut">
              <a:rPr lang="en-IN" smtClean="0"/>
              <a:t>20-03-2025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24244E-582E-44B3-841C-87C82869E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B59A82-DB81-4C3A-A33C-CC36CFEEC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EC5C4-7B3C-467D-86B6-B04D630061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762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368853-56BF-4566-BCBA-04B5377A6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4B4C03-88E1-4800-8B8B-FCEF10DC47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45D73-0195-4146-A409-E9804DB3FD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EFCF2B-715B-4579-9A94-38A4B130CE48}" type="datetimeFigureOut">
              <a:rPr lang="en-IN" smtClean="0"/>
              <a:t>20-03-2025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130CA-7EAE-499F-A38A-8D7CB5ABE2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C5B98D-D8C6-42BF-9B56-4A222B9F92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4EC5C4-7B3C-467D-86B6-B04D630061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6774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EE3F7C1-8A92-4505-9056-218C73E10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C00000"/>
                </a:solidFill>
              </a:rPr>
              <a:t>WHAT IS HOOKS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130E04-0CA9-4218-84FF-8391E3569820}"/>
              </a:ext>
            </a:extLst>
          </p:cNvPr>
          <p:cNvSpPr txBox="1"/>
          <p:nvPr/>
        </p:nvSpPr>
        <p:spPr>
          <a:xfrm>
            <a:off x="1139685" y="1690688"/>
            <a:ext cx="10515599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3200" dirty="0">
                <a:solidFill>
                  <a:srgbClr val="002060"/>
                </a:solidFill>
              </a:rPr>
              <a:t>A </a:t>
            </a:r>
            <a:r>
              <a:rPr lang="en-IN" sz="3200" b="1" dirty="0">
                <a:solidFill>
                  <a:srgbClr val="002060"/>
                </a:solidFill>
              </a:rPr>
              <a:t>Hook</a:t>
            </a:r>
            <a:r>
              <a:rPr lang="en-IN" sz="3200" dirty="0">
                <a:solidFill>
                  <a:srgbClr val="002060"/>
                </a:solidFill>
              </a:rPr>
              <a:t> is simply a special function that lets you </a:t>
            </a:r>
            <a:r>
              <a:rPr lang="en-IN" sz="3200" b="1" dirty="0">
                <a:solidFill>
                  <a:srgbClr val="002060"/>
                </a:solidFill>
              </a:rPr>
              <a:t>use React features</a:t>
            </a:r>
            <a:r>
              <a:rPr lang="en-IN" sz="3200" dirty="0">
                <a:solidFill>
                  <a:srgbClr val="002060"/>
                </a:solidFill>
              </a:rPr>
              <a:t> (like state, lifecycle methods, etc.) inside </a:t>
            </a:r>
            <a:r>
              <a:rPr lang="en-IN" sz="3200" b="1" dirty="0">
                <a:solidFill>
                  <a:srgbClr val="002060"/>
                </a:solidFill>
              </a:rPr>
              <a:t>functional components</a:t>
            </a:r>
            <a:r>
              <a:rPr lang="en-IN" sz="3200" dirty="0">
                <a:solidFill>
                  <a:srgbClr val="002060"/>
                </a:solidFill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IN" sz="3200" dirty="0">
              <a:solidFill>
                <a:srgbClr val="00206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3200" dirty="0">
                <a:solidFill>
                  <a:srgbClr val="002060"/>
                </a:solidFill>
              </a:rPr>
              <a:t>Hooks = Tools to add extra abilities to functional components.</a:t>
            </a:r>
          </a:p>
        </p:txBody>
      </p:sp>
    </p:spTree>
    <p:extLst>
      <p:ext uri="{BB962C8B-B14F-4D97-AF65-F5344CB8AC3E}">
        <p14:creationId xmlns:p14="http://schemas.microsoft.com/office/powerpoint/2010/main" val="32627864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1E00744-291D-4B30-B971-F2B42322D544}"/>
              </a:ext>
            </a:extLst>
          </p:cNvPr>
          <p:cNvSpPr txBox="1"/>
          <p:nvPr/>
        </p:nvSpPr>
        <p:spPr>
          <a:xfrm>
            <a:off x="1033670" y="689112"/>
            <a:ext cx="31407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C00000"/>
                </a:solidFill>
              </a:rPr>
              <a:t>USE STATE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F513BD-F2A0-46D6-A34F-9B90453860A2}"/>
              </a:ext>
            </a:extLst>
          </p:cNvPr>
          <p:cNvSpPr txBox="1"/>
          <p:nvPr/>
        </p:nvSpPr>
        <p:spPr>
          <a:xfrm>
            <a:off x="1384851" y="1785227"/>
            <a:ext cx="10065027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3200" dirty="0" err="1">
                <a:solidFill>
                  <a:srgbClr val="002060"/>
                </a:solidFill>
              </a:rPr>
              <a:t>useState</a:t>
            </a:r>
            <a:r>
              <a:rPr lang="en-IN" sz="3200" dirty="0">
                <a:solidFill>
                  <a:srgbClr val="002060"/>
                </a:solidFill>
              </a:rPr>
              <a:t> is a tool in React that lets you add and manage data (called "state") inside a functional component.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endParaRPr lang="en-IN" sz="3200" dirty="0">
              <a:solidFill>
                <a:srgbClr val="002060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3200" dirty="0">
                <a:solidFill>
                  <a:srgbClr val="002060"/>
                </a:solidFill>
              </a:rPr>
              <a:t>State is like a variable that remembers information even when the component re-renders (updates).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endParaRPr lang="en-IN" sz="3200" dirty="0">
              <a:solidFill>
                <a:srgbClr val="002060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3200" dirty="0" err="1">
                <a:solidFill>
                  <a:srgbClr val="002060"/>
                </a:solidFill>
              </a:rPr>
              <a:t>useState</a:t>
            </a:r>
            <a:r>
              <a:rPr lang="en-IN" sz="3200" dirty="0">
                <a:solidFill>
                  <a:srgbClr val="002060"/>
                </a:solidFill>
              </a:rPr>
              <a:t> helps your component remember and change values over time.</a:t>
            </a:r>
          </a:p>
        </p:txBody>
      </p:sp>
    </p:spTree>
    <p:extLst>
      <p:ext uri="{BB962C8B-B14F-4D97-AF65-F5344CB8AC3E}">
        <p14:creationId xmlns:p14="http://schemas.microsoft.com/office/powerpoint/2010/main" val="19895739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7329D-191C-41C0-81AE-E4F8FAB41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b="1" dirty="0">
                <a:solidFill>
                  <a:srgbClr val="C00000"/>
                </a:solidFill>
              </a:rPr>
              <a:t>USE EFFECT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1007BD-17C8-4C96-A9B4-DB9D7859E0BC}"/>
              </a:ext>
            </a:extLst>
          </p:cNvPr>
          <p:cNvSpPr txBox="1"/>
          <p:nvPr/>
        </p:nvSpPr>
        <p:spPr>
          <a:xfrm>
            <a:off x="1106557" y="1841242"/>
            <a:ext cx="10118033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3200" dirty="0" err="1">
                <a:solidFill>
                  <a:srgbClr val="002060"/>
                </a:solidFill>
              </a:rPr>
              <a:t>useEffect</a:t>
            </a:r>
            <a:r>
              <a:rPr lang="en-IN" sz="3200" dirty="0">
                <a:solidFill>
                  <a:srgbClr val="002060"/>
                </a:solidFill>
              </a:rPr>
              <a:t> is a tool in React that lets you run code when something happens in your component (like when it first shows up, updates, or goes away).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endParaRPr lang="en-IN" sz="3200" dirty="0">
              <a:solidFill>
                <a:srgbClr val="002060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3200" dirty="0" err="1">
                <a:solidFill>
                  <a:srgbClr val="002060"/>
                </a:solidFill>
              </a:rPr>
              <a:t>useEffect</a:t>
            </a:r>
            <a:r>
              <a:rPr lang="en-IN" sz="3200" dirty="0">
                <a:solidFill>
                  <a:srgbClr val="002060"/>
                </a:solidFill>
              </a:rPr>
              <a:t> is used to perform side tasks like fetching data, changing the page title, setting timers, or logging messages when the component updates.</a:t>
            </a:r>
          </a:p>
        </p:txBody>
      </p:sp>
    </p:spTree>
    <p:extLst>
      <p:ext uri="{BB962C8B-B14F-4D97-AF65-F5344CB8AC3E}">
        <p14:creationId xmlns:p14="http://schemas.microsoft.com/office/powerpoint/2010/main" val="2025659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A4545-B3E4-49D6-B599-0B403191A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5400" b="1" dirty="0">
                <a:solidFill>
                  <a:srgbClr val="C00000"/>
                </a:solidFill>
              </a:rPr>
              <a:t>PROPS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CB4C7D-FB6F-4FF4-B537-02B68CDE05DA}"/>
              </a:ext>
            </a:extLst>
          </p:cNvPr>
          <p:cNvSpPr txBox="1"/>
          <p:nvPr/>
        </p:nvSpPr>
        <p:spPr>
          <a:xfrm>
            <a:off x="1033670" y="1917749"/>
            <a:ext cx="1032013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3200" dirty="0">
                <a:solidFill>
                  <a:srgbClr val="002060"/>
                </a:solidFill>
              </a:rPr>
              <a:t>Props = Short for “Properties”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3200" dirty="0">
                <a:solidFill>
                  <a:srgbClr val="002060"/>
                </a:solidFill>
              </a:rPr>
              <a:t>props are like "arguments" or "inputs" you pass to a component.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3200" dirty="0">
                <a:solidFill>
                  <a:srgbClr val="002060"/>
                </a:solidFill>
              </a:rPr>
              <a:t>They help you send data from one component to another.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3200" dirty="0">
                <a:solidFill>
                  <a:srgbClr val="002060"/>
                </a:solidFill>
              </a:rPr>
              <a:t>Props allow you to send information (data) to components, making them reusable and dynamic.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14477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DEA46-3A9E-487B-AD2A-4CB814854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b="1" dirty="0">
                <a:solidFill>
                  <a:srgbClr val="C00000"/>
                </a:solidFill>
              </a:rPr>
              <a:t>USE CONTEXT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5E4713-61B3-4E2A-87FC-70442A752C31}"/>
              </a:ext>
            </a:extLst>
          </p:cNvPr>
          <p:cNvSpPr txBox="1"/>
          <p:nvPr/>
        </p:nvSpPr>
        <p:spPr>
          <a:xfrm>
            <a:off x="1308652" y="1690688"/>
            <a:ext cx="994244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3200" dirty="0" err="1">
                <a:solidFill>
                  <a:srgbClr val="002060"/>
                </a:solidFill>
              </a:rPr>
              <a:t>useContext</a:t>
            </a:r>
            <a:r>
              <a:rPr lang="en-IN" sz="3200" dirty="0">
                <a:solidFill>
                  <a:srgbClr val="002060"/>
                </a:solidFill>
              </a:rPr>
              <a:t> helps you share data easily between components without passing props again and again.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endParaRPr lang="en-IN" sz="3200" dirty="0">
              <a:solidFill>
                <a:srgbClr val="002060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3200" dirty="0">
                <a:solidFill>
                  <a:srgbClr val="002060"/>
                </a:solidFill>
              </a:rPr>
              <a:t>Think of it like a global storage where any component can read the data, without needing to send it manually through every level.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endParaRPr lang="en-IN" sz="3200" dirty="0">
              <a:solidFill>
                <a:srgbClr val="002060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3200" dirty="0" err="1">
                <a:solidFill>
                  <a:srgbClr val="002060"/>
                </a:solidFill>
              </a:rPr>
              <a:t>useContext</a:t>
            </a:r>
            <a:r>
              <a:rPr lang="en-IN" sz="3200" dirty="0">
                <a:solidFill>
                  <a:srgbClr val="002060"/>
                </a:solidFill>
              </a:rPr>
              <a:t> lets components share and use data easily without passing props manually.</a:t>
            </a:r>
          </a:p>
        </p:txBody>
      </p:sp>
    </p:spTree>
    <p:extLst>
      <p:ext uri="{BB962C8B-B14F-4D97-AF65-F5344CB8AC3E}">
        <p14:creationId xmlns:p14="http://schemas.microsoft.com/office/powerpoint/2010/main" val="1920940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3C253-C320-4C79-9AB9-DD631EBA2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b="1" dirty="0">
                <a:solidFill>
                  <a:srgbClr val="C00000"/>
                </a:solidFill>
              </a:rPr>
              <a:t>USE REF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3A9BCD-5999-4FB6-8F64-643D68E77EA0}"/>
              </a:ext>
            </a:extLst>
          </p:cNvPr>
          <p:cNvSpPr txBox="1"/>
          <p:nvPr/>
        </p:nvSpPr>
        <p:spPr>
          <a:xfrm>
            <a:off x="1166191" y="1785228"/>
            <a:ext cx="9316278" cy="37093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3200" dirty="0">
                <a:solidFill>
                  <a:srgbClr val="002060"/>
                </a:solidFill>
              </a:rPr>
              <a:t>It creates a reference to a DOM element or a </a:t>
            </a:r>
            <a:r>
              <a:rPr lang="en-IN" sz="3200" dirty="0" err="1">
                <a:solidFill>
                  <a:srgbClr val="002060"/>
                </a:solidFill>
              </a:rPr>
              <a:t>value.It</a:t>
            </a:r>
            <a:r>
              <a:rPr lang="en-IN" sz="3200" dirty="0">
                <a:solidFill>
                  <a:srgbClr val="002060"/>
                </a:solidFill>
              </a:rPr>
              <a:t> lets you keep a value that doesn’t cause re-rendering when it changes.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3200" dirty="0">
                <a:solidFill>
                  <a:srgbClr val="002060"/>
                </a:solidFill>
              </a:rPr>
              <a:t>You can also use it to directly access DOM elements (like input fields).</a:t>
            </a:r>
          </a:p>
        </p:txBody>
      </p:sp>
    </p:spTree>
    <p:extLst>
      <p:ext uri="{BB962C8B-B14F-4D97-AF65-F5344CB8AC3E}">
        <p14:creationId xmlns:p14="http://schemas.microsoft.com/office/powerpoint/2010/main" val="9208468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C6BFB-58A4-483C-A29B-C2166559A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b="1" dirty="0">
                <a:solidFill>
                  <a:srgbClr val="C00000"/>
                </a:solidFill>
              </a:rPr>
              <a:t>Use Memo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3F98B9-51E6-447B-917F-000174885313}"/>
              </a:ext>
            </a:extLst>
          </p:cNvPr>
          <p:cNvSpPr txBox="1"/>
          <p:nvPr/>
        </p:nvSpPr>
        <p:spPr>
          <a:xfrm>
            <a:off x="838200" y="1690688"/>
            <a:ext cx="1065474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IN" sz="3200" dirty="0" err="1">
                <a:solidFill>
                  <a:srgbClr val="002060"/>
                </a:solidFill>
              </a:rPr>
              <a:t>useMemo</a:t>
            </a:r>
            <a:r>
              <a:rPr lang="en-IN" sz="3200" dirty="0">
                <a:solidFill>
                  <a:srgbClr val="002060"/>
                </a:solidFill>
              </a:rPr>
              <a:t> helps you save (or "remember") the result of a </a:t>
            </a:r>
            <a:r>
              <a:rPr lang="en-IN" sz="3200" dirty="0" err="1">
                <a:solidFill>
                  <a:srgbClr val="002060"/>
                </a:solidFill>
              </a:rPr>
              <a:t>calculation.It</a:t>
            </a:r>
            <a:r>
              <a:rPr lang="en-IN" sz="3200" dirty="0">
                <a:solidFill>
                  <a:srgbClr val="002060"/>
                </a:solidFill>
              </a:rPr>
              <a:t> only recalculates when needed, meaning: if its inputs (dependencies) change.</a:t>
            </a:r>
          </a:p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IN" sz="3200" dirty="0">
                <a:solidFill>
                  <a:srgbClr val="002060"/>
                </a:solidFill>
              </a:rPr>
              <a:t>Helps make your app faster by avoiding unnecessary recalculations.</a:t>
            </a:r>
          </a:p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IN" sz="3200" dirty="0">
                <a:solidFill>
                  <a:srgbClr val="002060"/>
                </a:solidFill>
              </a:rPr>
              <a:t>Without </a:t>
            </a:r>
            <a:r>
              <a:rPr lang="en-IN" sz="3200" dirty="0" err="1">
                <a:solidFill>
                  <a:srgbClr val="002060"/>
                </a:solidFill>
              </a:rPr>
              <a:t>useMemo</a:t>
            </a:r>
            <a:r>
              <a:rPr lang="en-IN" sz="3200" dirty="0">
                <a:solidFill>
                  <a:srgbClr val="002060"/>
                </a:solidFill>
              </a:rPr>
              <a:t>: The function runs every time the component re-renders (even if not needed).</a:t>
            </a:r>
          </a:p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IN" sz="3200" dirty="0">
                <a:solidFill>
                  <a:srgbClr val="002060"/>
                </a:solidFill>
              </a:rPr>
              <a:t>With </a:t>
            </a:r>
            <a:r>
              <a:rPr lang="en-IN" sz="3200" dirty="0" err="1">
                <a:solidFill>
                  <a:srgbClr val="002060"/>
                </a:solidFill>
              </a:rPr>
              <a:t>useMemo</a:t>
            </a:r>
            <a:r>
              <a:rPr lang="en-IN" sz="3200" dirty="0">
                <a:solidFill>
                  <a:srgbClr val="002060"/>
                </a:solidFill>
              </a:rPr>
              <a:t>: It remembers the last result and skips recalculating unless dependencies change.</a:t>
            </a:r>
          </a:p>
        </p:txBody>
      </p:sp>
    </p:spTree>
    <p:extLst>
      <p:ext uri="{BB962C8B-B14F-4D97-AF65-F5344CB8AC3E}">
        <p14:creationId xmlns:p14="http://schemas.microsoft.com/office/powerpoint/2010/main" val="14669738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378</Words>
  <Application>Microsoft Office PowerPoint</Application>
  <PresentationFormat>Widescreen</PresentationFormat>
  <Paragraphs>33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Wingdings</vt:lpstr>
      <vt:lpstr>Office Theme</vt:lpstr>
      <vt:lpstr>WHAT IS HOOKS</vt:lpstr>
      <vt:lpstr>PowerPoint Presentation</vt:lpstr>
      <vt:lpstr>USE EFFECT</vt:lpstr>
      <vt:lpstr>PROPS</vt:lpstr>
      <vt:lpstr>USE CONTEXT</vt:lpstr>
      <vt:lpstr>USE REF</vt:lpstr>
      <vt:lpstr>Use Memo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HOOKS</dc:title>
  <dc:creator>Administrator</dc:creator>
  <cp:lastModifiedBy>Administrator</cp:lastModifiedBy>
  <cp:revision>3</cp:revision>
  <dcterms:created xsi:type="dcterms:W3CDTF">2025-03-20T13:01:37Z</dcterms:created>
  <dcterms:modified xsi:type="dcterms:W3CDTF">2025-03-20T14:57:17Z</dcterms:modified>
</cp:coreProperties>
</file>